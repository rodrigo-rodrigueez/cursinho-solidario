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79D9A-AAB0-43E6-AD14-61B5FE0CB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CE1F9E-A5C1-4C0F-877F-AA3980D96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0333A2-331D-48B7-B23C-85A48966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74694B-0CE1-4CD0-BA9C-BD18A417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ABF6A9-87BD-4F03-83CF-DC4DA1B3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24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85D54-9CA4-4F49-AACF-6D594416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60489E-5E6D-47CA-B270-4E0D7DF27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32D224-4E0A-424B-B8D1-6C5F6C640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90A96B-209B-41C6-A7D1-0CE6BBF0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280DDF-C215-45F6-8140-A91DE299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55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6B7D4-0B0A-4FED-93D2-4BC16550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B2AE5B-5410-4679-A8BB-D9BCDEE87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77A7E0-A7F9-464A-B1F7-D5605508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152DCB-4525-4531-A23B-BF74F72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3D94AD-25FC-403D-A719-20FB8273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ED6C4-BA4C-458E-825E-B10EF857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9E6294-15D6-4D05-B6DF-F1286890A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5DD4D1-1EBA-4831-91B9-BB1B28FEA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745584-AA07-4765-91D1-BD1A3A8A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DE4695-B7F3-47D7-97BA-602E3C44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AE33DA-E25B-493C-8422-EF5BF47F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285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6F861-9854-429F-8EA0-36B13086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C5DC54-95CA-47E2-A60C-41381316C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7AE294-8C55-4F6F-93C7-E5E9067C1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6189BC-04C3-459C-A1D4-EF890AD39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0748EC-6982-4CF6-98B2-D1E1CFCFB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355B3C-5D38-456A-AAD4-74DC9E46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7CDA15-1A20-4EA2-9EFE-BB92EB5D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1467DC-2246-412D-A898-043FCC02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56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DFDE3-F92F-43CE-8C61-26ADA970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FB274C-D5DA-403D-871D-1E00CE01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6C4838-A0D1-4DC7-BF43-69B3919E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CDD05E-A2B4-49E0-A761-52265A93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17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C2E1E0-C6DC-4B4A-8E8F-9AC569FA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2BB3A5-8834-4843-B31F-551ED5E4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A653CF-0B03-4778-BD8D-7E0866BD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204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B6F4A-5402-4694-901E-09B9D4C8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271FC-C5F7-42C7-957D-1D4031BFE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39BC55-973A-47B2-BD29-60118C7EB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99E1BA-B0F7-4570-8FB3-27CA3B35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1A3B37-2400-4834-B112-99579519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C0FA76-DC84-473C-A7C0-C57AC222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63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90DB2-44B6-4E02-A11A-4BBCB739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C88792-FE6D-4E7D-B3D1-548EF8435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EB27A1-7BE0-4FE9-93E2-2E60DD0D3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D03132-34F4-4D3C-8B5E-2153301E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E55D03-F7D1-49EA-B188-5CD161BC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F52EAD-A8AD-487A-BD1A-C498D2F1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16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FE0D9-CFC9-4C03-9CFA-09EAEA57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A86B54-2C77-4254-9720-A00650F57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8BCEEB-F68B-494A-86B5-B75D3A9F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F45118-FD0F-4A7A-83E7-D200CFC6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CF38A3-1F73-4E3F-B965-9F34F087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50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F2FA29-D77F-404E-AF66-42FBBE771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970D07-3D37-4382-A596-371FE9A64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C09672-6E3A-439E-9CA7-C1FA0128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02281-1AB6-4D79-A23E-7B3ED551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9708B8-75FE-45AF-A3BB-F6E3858A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27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300C14-F007-4AE2-9416-966C533F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BB969A-1BD7-426C-97BD-2682E4FBA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203BCB-31F3-4DF9-A525-92418CD11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710C4-C846-41BD-A791-322A5B430D1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24E3E-F68C-494A-87C8-64F5DC115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1BF115-D596-4E0F-9901-621904597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A0DA7-4B5B-4D38-9161-65E34B09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86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09031-085C-4FAC-8C77-6715C645A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4" y="163883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rial Black" panose="020B0A04020102020204" pitchFamily="34" charset="0"/>
              </a:rPr>
              <a:t>MÉTODO DE AVALIAÇÃO DO ENEM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8D71348-F306-4EAA-80BA-9A3D6AEB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0" y="5672960"/>
            <a:ext cx="2845837" cy="106612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5C4943E-654D-4D34-97F3-E5A1D1413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934" y="5136770"/>
            <a:ext cx="1672972" cy="163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82F5-4734-4008-8C8E-F5757372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muda dos outros vestibulares 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8BAFC9F-0FC0-43BD-B278-55FEC3F71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1363" y="1981200"/>
            <a:ext cx="3907896" cy="39078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DB9173F-EC4D-43A0-848B-2164C0B4E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344" y="2082801"/>
            <a:ext cx="6814143" cy="350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37747-A96E-4BC4-A2AD-F0A9D5BA4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649"/>
            <a:ext cx="10515600" cy="1325563"/>
          </a:xfrm>
        </p:spPr>
        <p:txBody>
          <a:bodyPr/>
          <a:lstStyle/>
          <a:p>
            <a:r>
              <a:rPr lang="pt-BR" dirty="0"/>
              <a:t>TRI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CC9865-7FA4-4A2B-B7A1-09685154D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768" y="1534424"/>
            <a:ext cx="4460032" cy="2290768"/>
          </a:xfrm>
        </p:spPr>
        <p:txBody>
          <a:bodyPr>
            <a:noAutofit/>
          </a:bodyPr>
          <a:lstStyle/>
          <a:p>
            <a:r>
              <a:rPr lang="pt-BR" sz="1800" dirty="0"/>
              <a:t>Modo de legitimar a prova e os conhecimentos dos alunos que a fazem e também é uma forma de impedir o chute</a:t>
            </a:r>
          </a:p>
          <a:p>
            <a:r>
              <a:rPr lang="pt-BR" sz="1800" dirty="0"/>
              <a:t>As questões mais acertadas pelos candidatos entram no grupo das mais fáceis, tendo uma pontuação mais baixa. </a:t>
            </a:r>
          </a:p>
          <a:p>
            <a:r>
              <a:rPr lang="pt-BR" sz="1800" dirty="0"/>
              <a:t>Questões com uma taxa baixa de acertos são consideradas mais difíceis e têm um valor maior.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620B134-3E68-4073-871D-80A15E6E8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09" y="1032387"/>
            <a:ext cx="6340390" cy="56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0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FA37199-E448-4768-8BCC-32E6706C0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4085"/>
          <a:stretch/>
        </p:blipFill>
        <p:spPr>
          <a:xfrm>
            <a:off x="2549569" y="-49692"/>
            <a:ext cx="3264173" cy="34786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E38A3D3-763D-46D1-96A5-6995350723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93" r="3639"/>
          <a:stretch/>
        </p:blipFill>
        <p:spPr>
          <a:xfrm>
            <a:off x="5813742" y="1"/>
            <a:ext cx="3036879" cy="3321026"/>
          </a:xfrm>
          <a:prstGeom prst="rect">
            <a:avLst/>
          </a:prstGeom>
          <a:noFill/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D093C15-25D6-4992-BA4D-4059DB70F1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919" r="-873"/>
          <a:stretch/>
        </p:blipFill>
        <p:spPr>
          <a:xfrm>
            <a:off x="2549569" y="3321026"/>
            <a:ext cx="6361936" cy="353697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712C76F-5218-4C82-8CE8-B5B0D386CCB9}"/>
              </a:ext>
            </a:extLst>
          </p:cNvPr>
          <p:cNvSpPr txBox="1"/>
          <p:nvPr/>
        </p:nvSpPr>
        <p:spPr>
          <a:xfrm>
            <a:off x="8911505" y="1312502"/>
            <a:ext cx="2892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 tem como saber qual questão é fácil e difícil na hora da prova?</a:t>
            </a:r>
          </a:p>
        </p:txBody>
      </p:sp>
    </p:spTree>
    <p:extLst>
      <p:ext uri="{BB962C8B-B14F-4D97-AF65-F5344CB8AC3E}">
        <p14:creationId xmlns:p14="http://schemas.microsoft.com/office/powerpoint/2010/main" val="3292902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85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do Office</vt:lpstr>
      <vt:lpstr>MÉTODO DE AVALIAÇÃO DO ENEM</vt:lpstr>
      <vt:lpstr>O que muda dos outros vestibulares </vt:lpstr>
      <vt:lpstr>TRI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DE AVALIAÇÃO DO ENEM</dc:title>
  <dc:creator>Maria Fernanda Faé</dc:creator>
  <cp:lastModifiedBy>Maria Fernanda Faé</cp:lastModifiedBy>
  <cp:revision>2</cp:revision>
  <dcterms:created xsi:type="dcterms:W3CDTF">2026-08-18T01:13:24Z</dcterms:created>
  <dcterms:modified xsi:type="dcterms:W3CDTF">2026-08-18T16:48:44Z</dcterms:modified>
</cp:coreProperties>
</file>